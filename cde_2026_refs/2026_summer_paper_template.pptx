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9" r:id="rId2"/>
    <p:sldId id="260" r:id="rId3"/>
    <p:sldId id="257" r:id="rId4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367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4645D4-4A15-462B-8EFA-5ECC6872F8AB}" v="4" dt="2026-04-13T01:34:46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07" autoAdjust="0"/>
    <p:restoredTop sz="94660"/>
  </p:normalViewPr>
  <p:slideViewPr>
    <p:cSldViewPr snapToGrid="0">
      <p:cViewPr>
        <p:scale>
          <a:sx n="100" d="100"/>
          <a:sy n="100" d="100"/>
        </p:scale>
        <p:origin x="908" y="-672"/>
      </p:cViewPr>
      <p:guideLst>
        <p:guide orient="horz" pos="3024"/>
        <p:guide pos="40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 Youngran" userId="1241567440_tp_dropbox_plus" providerId="OAuth2" clId="{21BCDE85-33A3-4650-9DB5-E4F4E9500F2E}"/>
    <pc:docChg chg="undo custSel modSld">
      <pc:chgData name="Kim Youngran" userId="1241567440_tp_dropbox_plus" providerId="OAuth2" clId="{21BCDE85-33A3-4650-9DB5-E4F4E9500F2E}" dt="2026-04-13T01:47:23.290" v="548" actId="14100"/>
      <pc:docMkLst>
        <pc:docMk/>
      </pc:docMkLst>
      <pc:sldChg chg="addSp delSp modSp mod">
        <pc:chgData name="Kim Youngran" userId="1241567440_tp_dropbox_plus" providerId="OAuth2" clId="{21BCDE85-33A3-4650-9DB5-E4F4E9500F2E}" dt="2026-04-13T01:47:23.290" v="548" actId="14100"/>
        <pc:sldMkLst>
          <pc:docMk/>
          <pc:sldMk cId="2805440958" sldId="257"/>
        </pc:sldMkLst>
        <pc:spChg chg="mod">
          <ac:chgData name="Kim Youngran" userId="1241567440_tp_dropbox_plus" providerId="OAuth2" clId="{21BCDE85-33A3-4650-9DB5-E4F4E9500F2E}" dt="2026-04-13T01:47:12.448" v="547" actId="1035"/>
          <ac:spMkLst>
            <pc:docMk/>
            <pc:sldMk cId="2805440958" sldId="257"/>
            <ac:spMk id="2" creationId="{96331462-428C-D10D-FDF8-85E01DA6CAD4}"/>
          </ac:spMkLst>
        </pc:spChg>
        <pc:spChg chg="mod">
          <ac:chgData name="Kim Youngran" userId="1241567440_tp_dropbox_plus" providerId="OAuth2" clId="{21BCDE85-33A3-4650-9DB5-E4F4E9500F2E}" dt="2026-04-13T01:46:05.967" v="473" actId="14100"/>
          <ac:spMkLst>
            <pc:docMk/>
            <pc:sldMk cId="2805440958" sldId="257"/>
            <ac:spMk id="3" creationId="{E9932B7B-88C0-677F-99F6-F064774FAB4A}"/>
          </ac:spMkLst>
        </pc:spChg>
        <pc:spChg chg="mod">
          <ac:chgData name="Kim Youngran" userId="1241567440_tp_dropbox_plus" providerId="OAuth2" clId="{21BCDE85-33A3-4650-9DB5-E4F4E9500F2E}" dt="2026-04-13T01:46:15.207" v="475" actId="20577"/>
          <ac:spMkLst>
            <pc:docMk/>
            <pc:sldMk cId="2805440958" sldId="257"/>
            <ac:spMk id="4" creationId="{519D8146-BF39-1FC5-A04E-D21B18457D91}"/>
          </ac:spMkLst>
        </pc:spChg>
        <pc:spChg chg="mod">
          <ac:chgData name="Kim Youngran" userId="1241567440_tp_dropbox_plus" providerId="OAuth2" clId="{21BCDE85-33A3-4650-9DB5-E4F4E9500F2E}" dt="2026-04-13T01:47:23.290" v="548" actId="14100"/>
          <ac:spMkLst>
            <pc:docMk/>
            <pc:sldMk cId="2805440958" sldId="257"/>
            <ac:spMk id="6" creationId="{B83B08DC-2F2F-6BFB-6777-AD2A58FACF65}"/>
          </ac:spMkLst>
        </pc:spChg>
        <pc:spChg chg="mod">
          <ac:chgData name="Kim Youngran" userId="1241567440_tp_dropbox_plus" providerId="OAuth2" clId="{21BCDE85-33A3-4650-9DB5-E4F4E9500F2E}" dt="2026-04-13T01:46:47.370" v="522" actId="14100"/>
          <ac:spMkLst>
            <pc:docMk/>
            <pc:sldMk cId="2805440958" sldId="257"/>
            <ac:spMk id="7" creationId="{8E747BC0-E579-AEA7-946A-0FEC73C04C69}"/>
          </ac:spMkLst>
        </pc:spChg>
        <pc:spChg chg="mod">
          <ac:chgData name="Kim Youngran" userId="1241567440_tp_dropbox_plus" providerId="OAuth2" clId="{21BCDE85-33A3-4650-9DB5-E4F4E9500F2E}" dt="2026-04-13T01:46:32.227" v="494" actId="1037"/>
          <ac:spMkLst>
            <pc:docMk/>
            <pc:sldMk cId="2805440958" sldId="257"/>
            <ac:spMk id="9" creationId="{54C57B68-9241-02D8-44BB-EA825216EC7D}"/>
          </ac:spMkLst>
        </pc:spChg>
        <pc:spChg chg="mod">
          <ac:chgData name="Kim Youngran" userId="1241567440_tp_dropbox_plus" providerId="OAuth2" clId="{21BCDE85-33A3-4650-9DB5-E4F4E9500F2E}" dt="2026-04-13T01:36:19.306" v="360" actId="20577"/>
          <ac:spMkLst>
            <pc:docMk/>
            <pc:sldMk cId="2805440958" sldId="257"/>
            <ac:spMk id="12" creationId="{82522FAC-FB54-143C-8487-39ADD6DF41E6}"/>
          </ac:spMkLst>
        </pc:spChg>
        <pc:picChg chg="add mod ord">
          <ac:chgData name="Kim Youngran" userId="1241567440_tp_dropbox_plus" providerId="OAuth2" clId="{21BCDE85-33A3-4650-9DB5-E4F4E9500F2E}" dt="2026-04-13T01:37:47.398" v="369" actId="14100"/>
          <ac:picMkLst>
            <pc:docMk/>
            <pc:sldMk cId="2805440958" sldId="257"/>
            <ac:picMk id="8" creationId="{7EA1445A-4C3C-47CF-60AE-F2B129E30B85}"/>
          </ac:picMkLst>
        </pc:picChg>
        <pc:picChg chg="del">
          <ac:chgData name="Kim Youngran" userId="1241567440_tp_dropbox_plus" providerId="OAuth2" clId="{21BCDE85-33A3-4650-9DB5-E4F4E9500F2E}" dt="2026-04-13T01:36:29.651" v="361" actId="478"/>
          <ac:picMkLst>
            <pc:docMk/>
            <pc:sldMk cId="2805440958" sldId="257"/>
            <ac:picMk id="10" creationId="{81E987BE-427D-CB04-B6BA-9C94B8D048ED}"/>
          </ac:picMkLst>
        </pc:picChg>
      </pc:sldChg>
      <pc:sldChg chg="modSp mod">
        <pc:chgData name="Kim Youngran" userId="1241567440_tp_dropbox_plus" providerId="OAuth2" clId="{21BCDE85-33A3-4650-9DB5-E4F4E9500F2E}" dt="2026-04-13T01:04:47.555" v="5"/>
        <pc:sldMkLst>
          <pc:docMk/>
          <pc:sldMk cId="832503063" sldId="259"/>
        </pc:sldMkLst>
        <pc:spChg chg="mod">
          <ac:chgData name="Kim Youngran" userId="1241567440_tp_dropbox_plus" providerId="OAuth2" clId="{21BCDE85-33A3-4650-9DB5-E4F4E9500F2E}" dt="2026-04-13T01:04:47.555" v="5"/>
          <ac:spMkLst>
            <pc:docMk/>
            <pc:sldMk cId="832503063" sldId="259"/>
            <ac:spMk id="2" creationId="{674EC661-4E5F-421B-FC43-ADC3C140887F}"/>
          </ac:spMkLst>
        </pc:spChg>
      </pc:sldChg>
      <pc:sldChg chg="addSp delSp modSp mod">
        <pc:chgData name="Kim Youngran" userId="1241567440_tp_dropbox_plus" providerId="OAuth2" clId="{21BCDE85-33A3-4650-9DB5-E4F4E9500F2E}" dt="2026-04-13T01:34:55.832" v="279" actId="20577"/>
        <pc:sldMkLst>
          <pc:docMk/>
          <pc:sldMk cId="4214897402" sldId="260"/>
        </pc:sldMkLst>
        <pc:spChg chg="add mod">
          <ac:chgData name="Kim Youngran" userId="1241567440_tp_dropbox_plus" providerId="OAuth2" clId="{21BCDE85-33A3-4650-9DB5-E4F4E9500F2E}" dt="2026-04-13T01:34:42.046" v="221" actId="14100"/>
          <ac:spMkLst>
            <pc:docMk/>
            <pc:sldMk cId="4214897402" sldId="260"/>
            <ac:spMk id="4" creationId="{D8F753AE-4415-FAF5-564A-654796C9DECB}"/>
          </ac:spMkLst>
        </pc:spChg>
        <pc:spChg chg="add mod">
          <ac:chgData name="Kim Youngran" userId="1241567440_tp_dropbox_plus" providerId="OAuth2" clId="{21BCDE85-33A3-4650-9DB5-E4F4E9500F2E}" dt="2026-04-13T01:34:55.832" v="279" actId="20577"/>
          <ac:spMkLst>
            <pc:docMk/>
            <pc:sldMk cId="4214897402" sldId="260"/>
            <ac:spMk id="6" creationId="{77B33B5F-8EBC-2E9F-C18A-A084BBC5D3B1}"/>
          </ac:spMkLst>
        </pc:spChg>
        <pc:spChg chg="mod">
          <ac:chgData name="Kim Youngran" userId="1241567440_tp_dropbox_plus" providerId="OAuth2" clId="{21BCDE85-33A3-4650-9DB5-E4F4E9500F2E}" dt="2026-04-13T01:08:18.340" v="104" actId="14100"/>
          <ac:spMkLst>
            <pc:docMk/>
            <pc:sldMk cId="4214897402" sldId="260"/>
            <ac:spMk id="12" creationId="{A4D8F40A-7587-1BB2-A732-D76697EA8B63}"/>
          </ac:spMkLst>
        </pc:spChg>
        <pc:spChg chg="mod">
          <ac:chgData name="Kim Youngran" userId="1241567440_tp_dropbox_plus" providerId="OAuth2" clId="{21BCDE85-33A3-4650-9DB5-E4F4E9500F2E}" dt="2026-04-13T01:08:10.949" v="103" actId="1037"/>
          <ac:spMkLst>
            <pc:docMk/>
            <pc:sldMk cId="4214897402" sldId="260"/>
            <ac:spMk id="13" creationId="{67335B57-9FBE-1E22-DF30-0458F2609D4D}"/>
          </ac:spMkLst>
        </pc:spChg>
        <pc:spChg chg="mod">
          <ac:chgData name="Kim Youngran" userId="1241567440_tp_dropbox_plus" providerId="OAuth2" clId="{21BCDE85-33A3-4650-9DB5-E4F4E9500F2E}" dt="2026-04-13T01:07:59.908" v="87" actId="14100"/>
          <ac:spMkLst>
            <pc:docMk/>
            <pc:sldMk cId="4214897402" sldId="260"/>
            <ac:spMk id="15" creationId="{A9D6C474-A7DA-E967-F275-12C2FBD23820}"/>
          </ac:spMkLst>
        </pc:spChg>
        <pc:spChg chg="mod">
          <ac:chgData name="Kim Youngran" userId="1241567440_tp_dropbox_plus" providerId="OAuth2" clId="{21BCDE85-33A3-4650-9DB5-E4F4E9500F2E}" dt="2026-04-13T01:08:02.311" v="88" actId="14100"/>
          <ac:spMkLst>
            <pc:docMk/>
            <pc:sldMk cId="4214897402" sldId="260"/>
            <ac:spMk id="16" creationId="{DA024A1E-8429-4A9E-77C6-944CEC1034C5}"/>
          </ac:spMkLst>
        </pc:spChg>
        <pc:spChg chg="mod">
          <ac:chgData name="Kim Youngran" userId="1241567440_tp_dropbox_plus" providerId="OAuth2" clId="{21BCDE85-33A3-4650-9DB5-E4F4E9500F2E}" dt="2026-04-13T01:08:28.440" v="108" actId="14100"/>
          <ac:spMkLst>
            <pc:docMk/>
            <pc:sldMk cId="4214897402" sldId="260"/>
            <ac:spMk id="17" creationId="{93FFD0AA-208D-A351-2462-693421F32F5A}"/>
          </ac:spMkLst>
        </pc:spChg>
        <pc:spChg chg="mod">
          <ac:chgData name="Kim Youngran" userId="1241567440_tp_dropbox_plus" providerId="OAuth2" clId="{21BCDE85-33A3-4650-9DB5-E4F4E9500F2E}" dt="2026-04-13T01:33:55.754" v="169" actId="14100"/>
          <ac:spMkLst>
            <pc:docMk/>
            <pc:sldMk cId="4214897402" sldId="260"/>
            <ac:spMk id="18" creationId="{38ECBFAF-9548-5683-5C6B-1CF657516AC4}"/>
          </ac:spMkLst>
        </pc:spChg>
        <pc:spChg chg="mod">
          <ac:chgData name="Kim Youngran" userId="1241567440_tp_dropbox_plus" providerId="OAuth2" clId="{21BCDE85-33A3-4650-9DB5-E4F4E9500F2E}" dt="2026-04-13T01:08:06.763" v="95" actId="1037"/>
          <ac:spMkLst>
            <pc:docMk/>
            <pc:sldMk cId="4214897402" sldId="260"/>
            <ac:spMk id="23" creationId="{FB059A41-DE4C-741B-C188-E0B9FF02DBB4}"/>
          </ac:spMkLst>
        </pc:spChg>
        <pc:spChg chg="mod">
          <ac:chgData name="Kim Youngran" userId="1241567440_tp_dropbox_plus" providerId="OAuth2" clId="{21BCDE85-33A3-4650-9DB5-E4F4E9500F2E}" dt="2026-04-13T01:33:31.316" v="133" actId="1036"/>
          <ac:spMkLst>
            <pc:docMk/>
            <pc:sldMk cId="4214897402" sldId="260"/>
            <ac:spMk id="24" creationId="{343BBD0E-FA0A-DD18-3B09-265B5BF9BB80}"/>
          </ac:spMkLst>
        </pc:spChg>
        <pc:spChg chg="mod">
          <ac:chgData name="Kim Youngran" userId="1241567440_tp_dropbox_plus" providerId="OAuth2" clId="{21BCDE85-33A3-4650-9DB5-E4F4E9500F2E}" dt="2026-04-13T01:07:24.600" v="65" actId="1037"/>
          <ac:spMkLst>
            <pc:docMk/>
            <pc:sldMk cId="4214897402" sldId="260"/>
            <ac:spMk id="31" creationId="{51D605A4-952B-8E89-836B-FC4CD27E95B9}"/>
          </ac:spMkLst>
        </pc:spChg>
        <pc:spChg chg="mod">
          <ac:chgData name="Kim Youngran" userId="1241567440_tp_dropbox_plus" providerId="OAuth2" clId="{21BCDE85-33A3-4650-9DB5-E4F4E9500F2E}" dt="2026-04-13T01:33:45.647" v="168" actId="1035"/>
          <ac:spMkLst>
            <pc:docMk/>
            <pc:sldMk cId="4214897402" sldId="260"/>
            <ac:spMk id="32" creationId="{BEF63F64-9C9F-2D0E-7F02-9A86434725E7}"/>
          </ac:spMkLst>
        </pc:spChg>
        <pc:picChg chg="add mod ord">
          <ac:chgData name="Kim Youngran" userId="1241567440_tp_dropbox_plus" providerId="OAuth2" clId="{21BCDE85-33A3-4650-9DB5-E4F4E9500F2E}" dt="2026-04-13T01:06:37.567" v="13" actId="14100"/>
          <ac:picMkLst>
            <pc:docMk/>
            <pc:sldMk cId="4214897402" sldId="260"/>
            <ac:picMk id="3" creationId="{EB45E522-31DA-BB30-A198-EBCC1423A589}"/>
          </ac:picMkLst>
        </pc:picChg>
        <pc:picChg chg="del">
          <ac:chgData name="Kim Youngran" userId="1241567440_tp_dropbox_plus" providerId="OAuth2" clId="{21BCDE85-33A3-4650-9DB5-E4F4E9500F2E}" dt="2026-04-13T01:06:14.956" v="6" actId="478"/>
          <ac:picMkLst>
            <pc:docMk/>
            <pc:sldMk cId="4214897402" sldId="260"/>
            <ac:picMk id="5" creationId="{7E337033-6008-2679-760B-981D616A5A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488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65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462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475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7737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2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0042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44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76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644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77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98EE5-A123-4816-9480-08F6138EE25E}" type="datetimeFigureOut">
              <a:rPr lang="ko-KR" altLang="en-US" smtClean="0"/>
              <a:t>2026-04-13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A7093-15F2-4FDB-93E8-6D62AFB0534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000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80160" rtl="0" eaLnBrk="1" latinLnBrk="1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1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oo.oo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EC661-4E5F-421B-FC43-ADC3C14088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2026 </a:t>
            </a:r>
            <a:r>
              <a:rPr lang="ko-KR" altLang="en-US" b="1" dirty="0">
                <a:latin typeface="+mj-ea"/>
              </a:rPr>
              <a:t>하계학술대회 </a:t>
            </a:r>
            <a:br>
              <a:rPr lang="en-US" altLang="ko-KR" b="1" dirty="0">
                <a:latin typeface="+mj-ea"/>
              </a:rPr>
            </a:br>
            <a:r>
              <a:rPr lang="en-US" altLang="ko-KR" sz="5400" b="1" dirty="0">
                <a:latin typeface="+mj-ea"/>
              </a:rPr>
              <a:t>- </a:t>
            </a:r>
            <a:r>
              <a:rPr lang="ko-KR" altLang="en-US" sz="5400" b="1" dirty="0">
                <a:latin typeface="+mj-ea"/>
              </a:rPr>
              <a:t>논문 </a:t>
            </a:r>
            <a:r>
              <a:rPr lang="en-US" altLang="ko-KR" sz="5400" b="1" dirty="0">
                <a:latin typeface="+mj-ea"/>
              </a:rPr>
              <a:t>Paper </a:t>
            </a:r>
            <a:r>
              <a:rPr lang="ko-KR" altLang="en-US" sz="5400" b="1" dirty="0">
                <a:latin typeface="+mj-ea"/>
              </a:rPr>
              <a:t>작성방법 </a:t>
            </a:r>
            <a:r>
              <a:rPr lang="en-US" altLang="ko-KR" sz="5400" b="1" dirty="0">
                <a:latin typeface="+mj-ea"/>
              </a:rPr>
              <a:t>-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168A76-9662-8D88-395C-BF7A254FD3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사</a:t>
            </a:r>
            <a:r>
              <a:rPr lang="en-US" altLang="ko-KR" b="1" dirty="0"/>
              <a:t>)</a:t>
            </a:r>
            <a:r>
              <a:rPr lang="ko-KR" altLang="en-US" b="1" dirty="0"/>
              <a:t>한국</a:t>
            </a:r>
            <a:r>
              <a:rPr lang="en-US" altLang="ko-KR" b="1" dirty="0"/>
              <a:t>CDE</a:t>
            </a:r>
            <a:r>
              <a:rPr lang="ko-KR" altLang="en-US" b="1" dirty="0"/>
              <a:t>학회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6BBB49-F27D-0919-CE0C-67BEC20DF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842" y="8195434"/>
            <a:ext cx="1006065" cy="100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0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45E522-31DA-BB30-A198-EBCC1423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920" y="365580"/>
            <a:ext cx="6583679" cy="900381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8F40A-7587-1BB2-A732-D76697EA8B63}"/>
              </a:ext>
            </a:extLst>
          </p:cNvPr>
          <p:cNvSpPr/>
          <p:nvPr/>
        </p:nvSpPr>
        <p:spPr>
          <a:xfrm>
            <a:off x="6180601" y="781051"/>
            <a:ext cx="5827250" cy="1301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D6C474-A7DA-E967-F275-12C2FBD23820}"/>
              </a:ext>
            </a:extLst>
          </p:cNvPr>
          <p:cNvSpPr/>
          <p:nvPr/>
        </p:nvSpPr>
        <p:spPr>
          <a:xfrm>
            <a:off x="6180600" y="3368820"/>
            <a:ext cx="5827249" cy="19241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024A1E-8429-4A9E-77C6-944CEC1034C5}"/>
              </a:ext>
            </a:extLst>
          </p:cNvPr>
          <p:cNvSpPr/>
          <p:nvPr/>
        </p:nvSpPr>
        <p:spPr>
          <a:xfrm>
            <a:off x="6180601" y="2143271"/>
            <a:ext cx="5827250" cy="1165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FFD0AA-208D-A351-2462-693421F32F5A}"/>
              </a:ext>
            </a:extLst>
          </p:cNvPr>
          <p:cNvSpPr/>
          <p:nvPr/>
        </p:nvSpPr>
        <p:spPr>
          <a:xfrm>
            <a:off x="6176057" y="5410200"/>
            <a:ext cx="5827249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ECBFAF-9548-5683-5C6B-1CF657516AC4}"/>
              </a:ext>
            </a:extLst>
          </p:cNvPr>
          <p:cNvSpPr/>
          <p:nvPr/>
        </p:nvSpPr>
        <p:spPr>
          <a:xfrm>
            <a:off x="6446926" y="6057576"/>
            <a:ext cx="2373224" cy="1844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7335B57-9FBE-1E22-DF30-0458F2609D4D}"/>
              </a:ext>
            </a:extLst>
          </p:cNvPr>
          <p:cNvSpPr/>
          <p:nvPr/>
        </p:nvSpPr>
        <p:spPr>
          <a:xfrm>
            <a:off x="5871477" y="1386610"/>
            <a:ext cx="251973" cy="278695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1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B059A41-DE4C-741B-C188-E0B9FF02DBB4}"/>
              </a:ext>
            </a:extLst>
          </p:cNvPr>
          <p:cNvSpPr/>
          <p:nvPr/>
        </p:nvSpPr>
        <p:spPr>
          <a:xfrm>
            <a:off x="5877827" y="2548855"/>
            <a:ext cx="251973" cy="25616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2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43BBD0E-FA0A-DD18-3B09-265B5BF9BB80}"/>
              </a:ext>
            </a:extLst>
          </p:cNvPr>
          <p:cNvSpPr/>
          <p:nvPr/>
        </p:nvSpPr>
        <p:spPr>
          <a:xfrm>
            <a:off x="5880502" y="5448825"/>
            <a:ext cx="251973" cy="25616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4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700B49-1427-625E-726C-B4493A79E208}"/>
              </a:ext>
            </a:extLst>
          </p:cNvPr>
          <p:cNvSpPr/>
          <p:nvPr/>
        </p:nvSpPr>
        <p:spPr>
          <a:xfrm>
            <a:off x="5836920" y="347312"/>
            <a:ext cx="6583680" cy="90220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6EBAAD-5B41-30E1-3B30-4EAFE3B311E2}"/>
              </a:ext>
            </a:extLst>
          </p:cNvPr>
          <p:cNvSpPr/>
          <p:nvPr/>
        </p:nvSpPr>
        <p:spPr>
          <a:xfrm>
            <a:off x="313215" y="365581"/>
            <a:ext cx="5268073" cy="9022080"/>
          </a:xfrm>
          <a:prstGeom prst="rect">
            <a:avLst/>
          </a:prstGeom>
          <a:noFill/>
          <a:ln>
            <a:solidFill>
              <a:srgbClr val="11367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[</a:t>
            </a:r>
            <a:r>
              <a:rPr lang="ko-KR" altLang="en-US" b="1" dirty="0">
                <a:latin typeface="+mj-ea"/>
                <a:ea typeface="+mj-ea"/>
              </a:rPr>
              <a:t>세부사항</a:t>
            </a:r>
            <a:r>
              <a:rPr lang="en-US" altLang="ko-KR" b="1" dirty="0">
                <a:latin typeface="+mj-ea"/>
                <a:ea typeface="+mj-ea"/>
              </a:rPr>
              <a:t>]</a:t>
            </a:r>
          </a:p>
          <a:p>
            <a:pPr algn="ctr"/>
            <a:endParaRPr lang="en-US" altLang="ko-KR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ko-KR" altLang="en-US" sz="1100" b="1" dirty="0">
                <a:latin typeface="+mj-ea"/>
                <a:ea typeface="+mj-ea"/>
              </a:rPr>
              <a:t>제목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국문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dirty="0">
                <a:latin typeface="+mj-ea"/>
                <a:ea typeface="+mj-ea"/>
              </a:rPr>
              <a:t>돋움체</a:t>
            </a:r>
            <a:r>
              <a:rPr lang="en-US" altLang="ko-KR" sz="1100" dirty="0">
                <a:latin typeface="+mj-ea"/>
                <a:ea typeface="+mj-ea"/>
              </a:rPr>
              <a:t>, 16pt, </a:t>
            </a:r>
            <a:r>
              <a:rPr lang="ko-KR" altLang="en-US" sz="1100" dirty="0">
                <a:latin typeface="+mj-ea"/>
                <a:ea typeface="+mj-ea"/>
              </a:rPr>
              <a:t>굵게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영문</a:t>
            </a:r>
            <a:r>
              <a:rPr lang="en-US" altLang="ko-KR" sz="1100" dirty="0">
                <a:latin typeface="+mj-ea"/>
                <a:ea typeface="+mj-ea"/>
              </a:rPr>
              <a:t>: Times New Roman, 16pt, </a:t>
            </a:r>
            <a:r>
              <a:rPr lang="ko-KR" altLang="en-US" sz="1100" dirty="0">
                <a:latin typeface="+mj-ea"/>
                <a:ea typeface="+mj-ea"/>
              </a:rPr>
              <a:t>굵게</a:t>
            </a:r>
            <a:r>
              <a:rPr lang="en-US" altLang="ko-KR" sz="1100" dirty="0">
                <a:latin typeface="+mj-ea"/>
                <a:ea typeface="+mj-ea"/>
              </a:rPr>
              <a:t> </a:t>
            </a:r>
            <a:br>
              <a:rPr lang="en-US" altLang="ko-KR" sz="1100" dirty="0">
                <a:latin typeface="+mj-ea"/>
                <a:ea typeface="+mj-ea"/>
              </a:rPr>
            </a:br>
            <a:endParaRPr lang="en-US" altLang="ko-KR" sz="1100" dirty="0">
              <a:latin typeface="+mj-ea"/>
              <a:ea typeface="+mj-ea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sz="1100" b="1" dirty="0">
                <a:latin typeface="+mj-ea"/>
                <a:ea typeface="+mj-ea"/>
              </a:rPr>
              <a:t>저자 및 소속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1)</a:t>
            </a:r>
            <a:r>
              <a:rPr lang="ko-KR" altLang="en-US" sz="1100" dirty="0">
                <a:latin typeface="+mj-ea"/>
                <a:ea typeface="+mj-ea"/>
              </a:rPr>
              <a:t>글꼴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</a:t>
            </a:r>
            <a:r>
              <a:rPr lang="ko-KR" altLang="en-US" sz="1100" dirty="0">
                <a:latin typeface="+mj-ea"/>
                <a:ea typeface="+mj-ea"/>
              </a:rPr>
              <a:t>국문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dirty="0">
                <a:latin typeface="+mj-ea"/>
                <a:ea typeface="+mj-ea"/>
              </a:rPr>
              <a:t>돋움체</a:t>
            </a:r>
            <a:r>
              <a:rPr lang="en-US" altLang="ko-KR" sz="1100" dirty="0">
                <a:latin typeface="+mj-ea"/>
                <a:ea typeface="+mj-ea"/>
              </a:rPr>
              <a:t>, 9pt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</a:t>
            </a:r>
            <a:r>
              <a:rPr lang="ko-KR" altLang="en-US" sz="1100" dirty="0">
                <a:latin typeface="+mj-ea"/>
                <a:ea typeface="+mj-ea"/>
              </a:rPr>
              <a:t>영문</a:t>
            </a:r>
            <a:r>
              <a:rPr lang="en-US" altLang="ko-KR" sz="1100" dirty="0">
                <a:latin typeface="+mj-ea"/>
                <a:ea typeface="+mj-ea"/>
              </a:rPr>
              <a:t>: Times New Roman, 9pt</a:t>
            </a:r>
            <a:br>
              <a:rPr lang="en-US" altLang="ko-KR" sz="1100" dirty="0">
                <a:latin typeface="+mj-ea"/>
                <a:ea typeface="+mj-ea"/>
              </a:rPr>
            </a:b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2)</a:t>
            </a:r>
            <a:r>
              <a:rPr lang="ko-KR" altLang="en-US" sz="1100" dirty="0">
                <a:latin typeface="+mj-ea"/>
                <a:ea typeface="+mj-ea"/>
              </a:rPr>
              <a:t>저자 기재 시 유의사항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</a:t>
            </a:r>
            <a:r>
              <a:rPr lang="ko-KR" altLang="en-US" sz="1100" dirty="0">
                <a:latin typeface="+mj-ea"/>
                <a:ea typeface="+mj-ea"/>
              </a:rPr>
              <a:t> 저자 소속에 따라 이름 앞에 숫자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en-US" altLang="ko-KR" sz="1100" baseline="30000" dirty="0">
                <a:latin typeface="+mj-ea"/>
                <a:ea typeface="+mj-ea"/>
              </a:rPr>
              <a:t>1</a:t>
            </a:r>
            <a:r>
              <a:rPr lang="en-US" altLang="ko-KR" sz="1100" dirty="0">
                <a:latin typeface="+mj-ea"/>
                <a:ea typeface="+mj-ea"/>
              </a:rPr>
              <a:t>, </a:t>
            </a:r>
            <a:r>
              <a:rPr lang="en-US" altLang="ko-KR" sz="1100" baseline="30000" dirty="0">
                <a:latin typeface="+mj-ea"/>
                <a:ea typeface="+mj-ea"/>
              </a:rPr>
              <a:t>2 </a:t>
            </a:r>
            <a:r>
              <a:rPr lang="ko-KR" altLang="en-US" sz="1100" dirty="0">
                <a:latin typeface="+mj-ea"/>
                <a:ea typeface="+mj-ea"/>
              </a:rPr>
              <a:t>등</a:t>
            </a:r>
            <a:r>
              <a:rPr lang="en-US" altLang="ko-KR" sz="1100" dirty="0">
                <a:latin typeface="+mj-ea"/>
                <a:ea typeface="+mj-ea"/>
              </a:rPr>
              <a:t>) </a:t>
            </a:r>
            <a:r>
              <a:rPr lang="ko-KR" altLang="en-US" sz="1100" dirty="0">
                <a:latin typeface="+mj-ea"/>
                <a:ea typeface="+mj-ea"/>
              </a:rPr>
              <a:t>첨자 표기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소속 표기 앞에 발표자는 </a:t>
            </a:r>
            <a:r>
              <a:rPr lang="en-US" altLang="ko-KR" sz="1100" b="1" dirty="0">
                <a:latin typeface="+mj-ea"/>
                <a:ea typeface="+mj-ea"/>
              </a:rPr>
              <a:t>”*”</a:t>
            </a:r>
            <a:r>
              <a:rPr lang="en-US" altLang="ko-KR" sz="1100" dirty="0">
                <a:latin typeface="+mj-ea"/>
                <a:ea typeface="+mj-ea"/>
              </a:rPr>
              <a:t>, </a:t>
            </a:r>
            <a:r>
              <a:rPr lang="ko-KR" altLang="en-US" sz="1100" dirty="0">
                <a:latin typeface="+mj-ea"/>
                <a:ea typeface="+mj-ea"/>
              </a:rPr>
              <a:t>교신저자는 </a:t>
            </a:r>
            <a:r>
              <a:rPr lang="en-US" altLang="ko-KR" sz="1100" b="1" dirty="0">
                <a:latin typeface="+mj-ea"/>
                <a:ea typeface="+mj-ea"/>
              </a:rPr>
              <a:t>“</a:t>
            </a:r>
            <a:r>
              <a:rPr lang="en-US" altLang="ko-KR" sz="1100" b="1" baseline="30000" dirty="0">
                <a:latin typeface="+mj-ea"/>
                <a:ea typeface="+mj-ea"/>
              </a:rPr>
              <a:t>#</a:t>
            </a:r>
            <a:r>
              <a:rPr lang="en-US" altLang="ko-KR" sz="1100" b="1" dirty="0">
                <a:latin typeface="+mj-ea"/>
                <a:ea typeface="+mj-ea"/>
              </a:rPr>
              <a:t>”</a:t>
            </a:r>
            <a:r>
              <a:rPr lang="en-US" altLang="ko-KR" sz="1100" dirty="0">
                <a:latin typeface="+mj-ea"/>
                <a:ea typeface="+mj-ea"/>
              </a:rPr>
              <a:t> </a:t>
            </a:r>
            <a:r>
              <a:rPr lang="ko-KR" altLang="en-US" sz="1100" dirty="0">
                <a:latin typeface="+mj-ea"/>
                <a:ea typeface="+mj-ea"/>
              </a:rPr>
              <a:t>첨자 표기 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영문저자 작성시 성이 뒤로 가도록 </a:t>
            </a:r>
            <a:r>
              <a:rPr lang="en-US" altLang="ko-KR" sz="1100" dirty="0">
                <a:latin typeface="+mj-ea"/>
                <a:ea typeface="+mj-ea"/>
              </a:rPr>
              <a:t>Full Name</a:t>
            </a:r>
            <a:r>
              <a:rPr lang="ko-KR" altLang="en-US" sz="1100" dirty="0">
                <a:latin typeface="+mj-ea"/>
                <a:ea typeface="+mj-ea"/>
              </a:rPr>
              <a:t> 기입</a:t>
            </a:r>
            <a:br>
              <a:rPr lang="en-US" altLang="ko-KR" sz="1100" dirty="0">
                <a:latin typeface="+mj-ea"/>
                <a:ea typeface="+mj-ea"/>
              </a:rPr>
            </a:b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3) </a:t>
            </a:r>
            <a:r>
              <a:rPr lang="ko-KR" altLang="en-US" sz="1100" dirty="0">
                <a:latin typeface="+mj-ea"/>
                <a:ea typeface="+mj-ea"/>
              </a:rPr>
              <a:t>소속 기재 시 유의사항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대학교와 대학원은 구분 안 함</a:t>
            </a:r>
            <a:r>
              <a:rPr lang="en-US" altLang="ko-KR" sz="1100" dirty="0">
                <a:latin typeface="+mj-ea"/>
                <a:ea typeface="+mj-ea"/>
              </a:rPr>
              <a:t>.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대학교는 국문명으로 표기하며</a:t>
            </a:r>
            <a:r>
              <a:rPr lang="en-US" altLang="ko-KR" sz="1100" dirty="0">
                <a:latin typeface="+mj-ea"/>
                <a:ea typeface="+mj-ea"/>
              </a:rPr>
              <a:t>, </a:t>
            </a:r>
            <a:r>
              <a:rPr lang="ko-KR" altLang="en-US" sz="1100" dirty="0">
                <a:latin typeface="+mj-ea"/>
                <a:ea typeface="+mj-ea"/>
              </a:rPr>
              <a:t>학부 혹은 학과 기재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산업체인 경우 회사명만 기재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   </a:t>
            </a:r>
            <a:r>
              <a:rPr lang="en-US" altLang="ko-KR" sz="1050" dirty="0">
                <a:latin typeface="+mj-ea"/>
                <a:ea typeface="+mj-ea"/>
              </a:rPr>
              <a:t>[</a:t>
            </a:r>
            <a:r>
              <a:rPr lang="ko-KR" altLang="en-US" sz="1050" dirty="0">
                <a:latin typeface="+mj-ea"/>
                <a:ea typeface="+mj-ea"/>
              </a:rPr>
              <a:t>예시</a:t>
            </a:r>
            <a:r>
              <a:rPr lang="en-US" altLang="ko-KR" sz="1050" dirty="0">
                <a:latin typeface="+mj-ea"/>
                <a:ea typeface="+mj-ea"/>
              </a:rPr>
              <a:t>](</a:t>
            </a:r>
            <a:r>
              <a:rPr lang="ko-KR" altLang="en-US" sz="1050" dirty="0">
                <a:latin typeface="+mj-ea"/>
                <a:ea typeface="+mj-ea"/>
              </a:rPr>
              <a:t>주</a:t>
            </a:r>
            <a:r>
              <a:rPr lang="en-US" altLang="ko-KR" sz="1050" dirty="0">
                <a:latin typeface="+mj-ea"/>
                <a:ea typeface="+mj-ea"/>
              </a:rPr>
              <a:t>)</a:t>
            </a:r>
            <a:r>
              <a:rPr lang="ko-KR" altLang="en-US" sz="1050" dirty="0">
                <a:latin typeface="+mj-ea"/>
                <a:ea typeface="+mj-ea"/>
              </a:rPr>
              <a:t>한국</a:t>
            </a:r>
            <a:r>
              <a:rPr lang="en-US" altLang="ko-KR" sz="1050" dirty="0">
                <a:latin typeface="+mj-ea"/>
                <a:ea typeface="+mj-ea"/>
              </a:rPr>
              <a:t>CDE</a:t>
            </a:r>
            <a:r>
              <a:rPr lang="ko-KR" altLang="en-US" sz="1050" dirty="0">
                <a:latin typeface="+mj-ea"/>
                <a:ea typeface="+mj-ea"/>
              </a:rPr>
              <a:t>학회</a:t>
            </a:r>
            <a:r>
              <a:rPr lang="en-US" altLang="ko-KR" sz="1050" dirty="0">
                <a:latin typeface="+mj-ea"/>
                <a:ea typeface="+mj-ea"/>
              </a:rPr>
              <a:t>(x), </a:t>
            </a:r>
            <a:r>
              <a:rPr lang="ko-KR" altLang="en-US" sz="1050" dirty="0">
                <a:latin typeface="+mj-ea"/>
                <a:ea typeface="+mj-ea"/>
              </a:rPr>
              <a:t>한국</a:t>
            </a:r>
            <a:r>
              <a:rPr lang="en-US" altLang="ko-KR" sz="1050" dirty="0">
                <a:latin typeface="+mj-ea"/>
                <a:ea typeface="+mj-ea"/>
              </a:rPr>
              <a:t>CDE</a:t>
            </a:r>
            <a:r>
              <a:rPr lang="ko-KR" altLang="en-US" sz="1050" dirty="0">
                <a:latin typeface="+mj-ea"/>
                <a:ea typeface="+mj-ea"/>
              </a:rPr>
              <a:t>학회</a:t>
            </a:r>
            <a:r>
              <a:rPr lang="en-US" altLang="ko-KR" sz="1050" dirty="0">
                <a:latin typeface="+mj-ea"/>
                <a:ea typeface="+mj-ea"/>
              </a:rPr>
              <a:t>(o)</a:t>
            </a:r>
            <a:br>
              <a:rPr lang="en-US" altLang="ko-KR" sz="1100" dirty="0">
                <a:latin typeface="+mj-ea"/>
                <a:ea typeface="+mj-ea"/>
              </a:rPr>
            </a:br>
            <a:endParaRPr lang="en-US" altLang="ko-KR" sz="11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ko-KR" altLang="en-US" sz="1100" b="1" dirty="0">
                <a:latin typeface="+mj-ea"/>
                <a:ea typeface="+mj-ea"/>
              </a:rPr>
              <a:t>초록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1)</a:t>
            </a:r>
            <a:r>
              <a:rPr lang="ko-KR" altLang="en-US" sz="1100" dirty="0">
                <a:latin typeface="+mj-ea"/>
                <a:ea typeface="+mj-ea"/>
              </a:rPr>
              <a:t>글꼴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국문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dirty="0">
                <a:latin typeface="+mj-ea"/>
                <a:ea typeface="+mj-ea"/>
              </a:rPr>
              <a:t>굴림</a:t>
            </a:r>
            <a:r>
              <a:rPr lang="en-US" altLang="ko-KR" sz="1100" dirty="0">
                <a:latin typeface="+mj-ea"/>
                <a:ea typeface="+mj-ea"/>
              </a:rPr>
              <a:t>, 9pt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영문</a:t>
            </a:r>
            <a:r>
              <a:rPr lang="en-US" altLang="ko-KR" sz="1100" dirty="0">
                <a:latin typeface="+mj-ea"/>
                <a:ea typeface="+mj-ea"/>
              </a:rPr>
              <a:t>: Times New Roman, 9pt</a:t>
            </a:r>
            <a:br>
              <a:rPr lang="en-US" altLang="ko-KR" sz="1100" dirty="0">
                <a:latin typeface="+mj-ea"/>
                <a:ea typeface="+mj-ea"/>
              </a:rPr>
            </a:b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2) </a:t>
            </a:r>
            <a:r>
              <a:rPr lang="ko-KR" altLang="en-US" sz="1100" dirty="0">
                <a:latin typeface="+mj-ea"/>
                <a:ea typeface="+mj-ea"/>
              </a:rPr>
              <a:t>초록 </a:t>
            </a:r>
            <a:r>
              <a:rPr lang="ko-KR" altLang="en-US" sz="1100" dirty="0" err="1">
                <a:latin typeface="+mj-ea"/>
                <a:ea typeface="+mj-ea"/>
              </a:rPr>
              <a:t>기재시</a:t>
            </a:r>
            <a:r>
              <a:rPr lang="ko-KR" altLang="en-US" sz="1100" dirty="0">
                <a:latin typeface="+mj-ea"/>
                <a:ea typeface="+mj-ea"/>
              </a:rPr>
              <a:t> 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국문 또는 영문으로 작성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글자수 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dirty="0">
                <a:latin typeface="+mj-ea"/>
                <a:ea typeface="+mj-ea"/>
              </a:rPr>
              <a:t>최대 </a:t>
            </a:r>
            <a:r>
              <a:rPr lang="en-US" altLang="ko-KR" sz="1100" dirty="0">
                <a:latin typeface="+mj-ea"/>
                <a:ea typeface="+mj-ea"/>
              </a:rPr>
              <a:t>200</a:t>
            </a:r>
            <a:r>
              <a:rPr lang="ko-KR" altLang="en-US" sz="1100" dirty="0">
                <a:latin typeface="+mj-ea"/>
                <a:ea typeface="+mj-ea"/>
              </a:rPr>
              <a:t>단어 이내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공백 포함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br>
              <a:rPr lang="en-US" altLang="ko-KR" sz="1100" dirty="0">
                <a:latin typeface="+mj-ea"/>
                <a:ea typeface="+mj-ea"/>
              </a:rPr>
            </a:br>
            <a:endParaRPr lang="en-US" altLang="ko-KR" sz="11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en-US" altLang="ko-KR" sz="1100" b="1" dirty="0">
                <a:latin typeface="+mj-ea"/>
                <a:ea typeface="+mj-ea"/>
              </a:rPr>
              <a:t>Key word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글꼴</a:t>
            </a:r>
            <a:r>
              <a:rPr lang="en-US" altLang="ko-KR" sz="1100" dirty="0">
                <a:latin typeface="+mj-ea"/>
                <a:ea typeface="+mj-ea"/>
              </a:rPr>
              <a:t>: Times New Roman, 9pt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</a:t>
            </a:r>
            <a:r>
              <a:rPr lang="ko-KR" altLang="en-US" sz="1100" dirty="0">
                <a:latin typeface="+mj-ea"/>
                <a:ea typeface="+mj-ea"/>
              </a:rPr>
              <a:t> 영문으로 작성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첫 글자는 대문자</a:t>
            </a:r>
            <a:r>
              <a:rPr lang="en-US" altLang="ko-KR" sz="1100" dirty="0">
                <a:latin typeface="+mj-ea"/>
                <a:ea typeface="+mj-ea"/>
              </a:rPr>
              <a:t>, </a:t>
            </a:r>
            <a:r>
              <a:rPr lang="ko-KR" altLang="en-US" sz="1100" dirty="0">
                <a:latin typeface="+mj-ea"/>
                <a:ea typeface="+mj-ea"/>
              </a:rPr>
              <a:t>알파벳</a:t>
            </a:r>
            <a:r>
              <a:rPr lang="en-US" altLang="ko-KR" sz="1100" dirty="0">
                <a:latin typeface="+mj-ea"/>
                <a:ea typeface="+mj-ea"/>
              </a:rPr>
              <a:t>(A,B,C...)</a:t>
            </a:r>
            <a:r>
              <a:rPr lang="ko-KR" altLang="en-US" sz="1100" dirty="0">
                <a:latin typeface="+mj-ea"/>
                <a:ea typeface="+mj-ea"/>
              </a:rPr>
              <a:t>순으로 기입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개수 </a:t>
            </a:r>
            <a:r>
              <a:rPr lang="en-US" altLang="ko-KR" sz="1100" dirty="0">
                <a:latin typeface="+mj-ea"/>
                <a:ea typeface="+mj-ea"/>
              </a:rPr>
              <a:t>: 6</a:t>
            </a:r>
            <a:r>
              <a:rPr lang="ko-KR" altLang="en-US" sz="1100" dirty="0">
                <a:latin typeface="+mj-ea"/>
                <a:ea typeface="+mj-ea"/>
              </a:rPr>
              <a:t>개 이하</a:t>
            </a:r>
            <a:br>
              <a:rPr lang="en-US" altLang="ko-KR" sz="1100" dirty="0">
                <a:latin typeface="+mj-ea"/>
                <a:ea typeface="+mj-ea"/>
              </a:rPr>
            </a:br>
            <a:endParaRPr lang="en-US" altLang="ko-KR" sz="11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ko-KR" altLang="en-US" sz="1100" b="1" dirty="0">
                <a:latin typeface="+mj-ea"/>
                <a:ea typeface="+mj-ea"/>
              </a:rPr>
              <a:t>본문 제목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1)</a:t>
            </a:r>
            <a:r>
              <a:rPr lang="ko-KR" altLang="en-US" sz="1100" dirty="0">
                <a:latin typeface="+mj-ea"/>
                <a:ea typeface="+mj-ea"/>
              </a:rPr>
              <a:t>글꼴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국문 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dirty="0">
                <a:latin typeface="+mj-ea"/>
                <a:ea typeface="+mj-ea"/>
              </a:rPr>
              <a:t>돋움체</a:t>
            </a:r>
            <a:r>
              <a:rPr lang="en-US" altLang="ko-KR" sz="1100" dirty="0">
                <a:latin typeface="+mj-ea"/>
                <a:ea typeface="+mj-ea"/>
              </a:rPr>
              <a:t>, 10pt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영문</a:t>
            </a:r>
            <a:r>
              <a:rPr lang="en-US" altLang="ko-KR" sz="1100" dirty="0">
                <a:latin typeface="+mj-ea"/>
                <a:ea typeface="+mj-ea"/>
              </a:rPr>
              <a:t>, </a:t>
            </a:r>
            <a:r>
              <a:rPr lang="ko-KR" altLang="en-US" sz="1100" dirty="0">
                <a:latin typeface="+mj-ea"/>
                <a:ea typeface="+mj-ea"/>
              </a:rPr>
              <a:t>숫자 </a:t>
            </a:r>
            <a:r>
              <a:rPr lang="en-US" altLang="ko-KR" sz="1100" dirty="0">
                <a:latin typeface="+mj-ea"/>
                <a:ea typeface="+mj-ea"/>
              </a:rPr>
              <a:t>: Times New Roman, 10pt</a:t>
            </a:r>
          </a:p>
          <a:p>
            <a:pPr algn="ctr"/>
            <a:endParaRPr lang="en-US" altLang="ko-KR" sz="11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ko-KR" altLang="en-US" sz="1100" b="1" dirty="0">
                <a:latin typeface="+mj-ea"/>
                <a:ea typeface="+mj-ea"/>
              </a:rPr>
              <a:t>본문 내용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1)</a:t>
            </a:r>
            <a:r>
              <a:rPr lang="ko-KR" altLang="en-US" sz="1100" dirty="0">
                <a:latin typeface="+mj-ea"/>
                <a:ea typeface="+mj-ea"/>
              </a:rPr>
              <a:t>글꼴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국문 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dirty="0">
                <a:latin typeface="+mj-ea"/>
                <a:ea typeface="+mj-ea"/>
              </a:rPr>
              <a:t>바탕체</a:t>
            </a:r>
            <a:r>
              <a:rPr lang="en-US" altLang="ko-KR" sz="1100" dirty="0">
                <a:latin typeface="+mj-ea"/>
                <a:ea typeface="+mj-ea"/>
              </a:rPr>
              <a:t>, 9pt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영문</a:t>
            </a:r>
            <a:r>
              <a:rPr lang="en-US" altLang="ko-KR" sz="1100" dirty="0">
                <a:latin typeface="+mj-ea"/>
                <a:ea typeface="+mj-ea"/>
              </a:rPr>
              <a:t>, </a:t>
            </a:r>
            <a:r>
              <a:rPr lang="ko-KR" altLang="en-US" sz="1100" dirty="0">
                <a:latin typeface="+mj-ea"/>
                <a:ea typeface="+mj-ea"/>
              </a:rPr>
              <a:t>숫자</a:t>
            </a:r>
            <a:r>
              <a:rPr lang="en-US" altLang="ko-KR" sz="1100" dirty="0">
                <a:latin typeface="+mj-ea"/>
                <a:ea typeface="+mj-ea"/>
              </a:rPr>
              <a:t> : Times New Roman, 9pt</a:t>
            </a:r>
            <a:br>
              <a:rPr lang="en-US" altLang="ko-KR" sz="1100" dirty="0">
                <a:latin typeface="+mj-ea"/>
                <a:ea typeface="+mj-ea"/>
              </a:rPr>
            </a:b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2)</a:t>
            </a:r>
            <a:r>
              <a:rPr lang="ko-KR" altLang="en-US" sz="1100" dirty="0">
                <a:latin typeface="+mj-ea"/>
                <a:ea typeface="+mj-ea"/>
              </a:rPr>
              <a:t>본문내용 작성시 유의사항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 </a:t>
            </a:r>
            <a:r>
              <a:rPr lang="ko-KR" altLang="en-US" sz="1100" dirty="0">
                <a:latin typeface="+mj-ea"/>
                <a:ea typeface="+mj-ea"/>
              </a:rPr>
              <a:t>국문 또는 영문으로 </a:t>
            </a:r>
            <a:r>
              <a:rPr lang="en-US" altLang="ko-KR" sz="1100" dirty="0">
                <a:latin typeface="+mj-ea"/>
                <a:ea typeface="+mj-ea"/>
              </a:rPr>
              <a:t>2page </a:t>
            </a:r>
            <a:r>
              <a:rPr lang="ko-KR" altLang="en-US" sz="1100" dirty="0">
                <a:latin typeface="+mj-ea"/>
                <a:ea typeface="+mj-ea"/>
              </a:rPr>
              <a:t>작성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-</a:t>
            </a:r>
            <a:r>
              <a:rPr lang="ko-KR" altLang="en-US" sz="1100" dirty="0">
                <a:latin typeface="+mj-ea"/>
                <a:ea typeface="+mj-ea"/>
              </a:rPr>
              <a:t> 제목 아래에 </a:t>
            </a:r>
            <a:r>
              <a:rPr lang="en-US" altLang="ko-KR" sz="1100" dirty="0">
                <a:latin typeface="+mj-ea"/>
                <a:ea typeface="+mj-ea"/>
              </a:rPr>
              <a:t>5pt blank line</a:t>
            </a:r>
            <a:r>
              <a:rPr lang="ko-KR" altLang="en-US" sz="1100" dirty="0">
                <a:latin typeface="+mj-ea"/>
                <a:ea typeface="+mj-ea"/>
              </a:rPr>
              <a:t>을 삽입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한 줄 띄우기</a:t>
            </a:r>
            <a:r>
              <a:rPr lang="en-US" altLang="ko-KR" sz="1100" dirty="0">
                <a:latin typeface="+mj-ea"/>
                <a:ea typeface="+mj-ea"/>
              </a:rPr>
              <a:t>) </a:t>
            </a:r>
            <a:r>
              <a:rPr lang="ko-KR" altLang="en-US" sz="1100" dirty="0">
                <a:latin typeface="+mj-ea"/>
                <a:ea typeface="+mj-ea"/>
              </a:rPr>
              <a:t>후 작성</a:t>
            </a:r>
            <a:endParaRPr lang="en-US" altLang="ko-KR" sz="1100" dirty="0">
              <a:latin typeface="+mj-ea"/>
              <a:ea typeface="+mj-ea"/>
            </a:endParaRPr>
          </a:p>
          <a:p>
            <a:r>
              <a:rPr lang="en-US" altLang="ko-KR" sz="1100" dirty="0">
                <a:latin typeface="+mj-ea"/>
                <a:ea typeface="+mj-ea"/>
              </a:rPr>
              <a:t>       - </a:t>
            </a:r>
            <a:r>
              <a:rPr lang="ko-KR" altLang="en-US" sz="1100" dirty="0">
                <a:latin typeface="+mj-ea"/>
                <a:ea typeface="+mj-ea"/>
              </a:rPr>
              <a:t>본문 중 참고문헌 인용 표기는 “</a:t>
            </a:r>
            <a:r>
              <a:rPr lang="ko-KR" altLang="en-US" sz="1100" dirty="0" err="1">
                <a:latin typeface="+mj-ea"/>
                <a:ea typeface="+mj-ea"/>
              </a:rPr>
              <a:t>상첨자</a:t>
            </a:r>
            <a:r>
              <a:rPr lang="ko-KR" altLang="en-US" sz="1100" dirty="0">
                <a:latin typeface="+mj-ea"/>
                <a:ea typeface="+mj-ea"/>
              </a:rPr>
              <a:t> </a:t>
            </a:r>
            <a:r>
              <a:rPr lang="en-US" altLang="ko-KR" sz="1100" dirty="0">
                <a:latin typeface="+mj-ea"/>
                <a:ea typeface="+mj-ea"/>
              </a:rPr>
              <a:t>[ ]”</a:t>
            </a:r>
            <a:r>
              <a:rPr lang="ko-KR" altLang="en-US" sz="1100" dirty="0">
                <a:latin typeface="+mj-ea"/>
                <a:ea typeface="+mj-ea"/>
              </a:rPr>
              <a:t>를 사용하여 해당 참고문헌 </a:t>
            </a:r>
            <a:endParaRPr lang="en-US" altLang="ko-KR" sz="1100" dirty="0">
              <a:latin typeface="+mj-ea"/>
              <a:ea typeface="+mj-ea"/>
            </a:endParaRPr>
          </a:p>
          <a:p>
            <a:r>
              <a:rPr lang="en-US" altLang="ko-KR" sz="1100" dirty="0">
                <a:latin typeface="+mj-ea"/>
                <a:ea typeface="+mj-ea"/>
              </a:rPr>
              <a:t>         </a:t>
            </a:r>
            <a:r>
              <a:rPr lang="ko-KR" altLang="en-US" sz="1100" dirty="0">
                <a:latin typeface="+mj-ea"/>
                <a:ea typeface="+mj-ea"/>
              </a:rPr>
              <a:t>번호 표기</a:t>
            </a:r>
            <a:endParaRPr lang="en-US" altLang="ko-KR" sz="1100" dirty="0">
              <a:latin typeface="+mj-ea"/>
              <a:ea typeface="+mj-ea"/>
            </a:endParaRPr>
          </a:p>
          <a:p>
            <a:br>
              <a:rPr lang="en-US" altLang="ko-KR" sz="1100" dirty="0">
                <a:latin typeface="+mj-ea"/>
                <a:ea typeface="+mj-ea"/>
              </a:rPr>
            </a:b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1D605A4-952B-8E89-836B-FC4CD27E95B9}"/>
              </a:ext>
            </a:extLst>
          </p:cNvPr>
          <p:cNvSpPr/>
          <p:nvPr/>
        </p:nvSpPr>
        <p:spPr>
          <a:xfrm>
            <a:off x="5880502" y="3666659"/>
            <a:ext cx="251973" cy="25616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3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EF63F64-9C9F-2D0E-7F02-9A86434725E7}"/>
              </a:ext>
            </a:extLst>
          </p:cNvPr>
          <p:cNvSpPr/>
          <p:nvPr/>
        </p:nvSpPr>
        <p:spPr>
          <a:xfrm>
            <a:off x="5900919" y="6068273"/>
            <a:ext cx="251973" cy="25616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5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F753AE-4415-FAF5-564A-654796C9DECB}"/>
              </a:ext>
            </a:extLst>
          </p:cNvPr>
          <p:cNvSpPr/>
          <p:nvPr/>
        </p:nvSpPr>
        <p:spPr>
          <a:xfrm>
            <a:off x="6262776" y="6292526"/>
            <a:ext cx="2792324" cy="12639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7B33B5F-8EBC-2E9F-C18A-A084BBC5D3B1}"/>
              </a:ext>
            </a:extLst>
          </p:cNvPr>
          <p:cNvSpPr/>
          <p:nvPr/>
        </p:nvSpPr>
        <p:spPr>
          <a:xfrm>
            <a:off x="5907269" y="6741373"/>
            <a:ext cx="251973" cy="25616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6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89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EA1445A-4C3C-47CF-60AE-F2B129E30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919" y="398622"/>
            <a:ext cx="6583679" cy="898903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83B08DC-2F2F-6BFB-6777-AD2A58FACF65}"/>
              </a:ext>
            </a:extLst>
          </p:cNvPr>
          <p:cNvSpPr/>
          <p:nvPr/>
        </p:nvSpPr>
        <p:spPr>
          <a:xfrm>
            <a:off x="9169401" y="738908"/>
            <a:ext cx="3053804" cy="8309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747BC0-E579-AEA7-946A-0FEC73C04C69}"/>
              </a:ext>
            </a:extLst>
          </p:cNvPr>
          <p:cNvSpPr/>
          <p:nvPr/>
        </p:nvSpPr>
        <p:spPr>
          <a:xfrm>
            <a:off x="6052065" y="7916795"/>
            <a:ext cx="3001032" cy="6406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4C57B68-9241-02D8-44BB-EA825216EC7D}"/>
              </a:ext>
            </a:extLst>
          </p:cNvPr>
          <p:cNvSpPr/>
          <p:nvPr/>
        </p:nvSpPr>
        <p:spPr>
          <a:xfrm>
            <a:off x="5861564" y="7941114"/>
            <a:ext cx="251973" cy="25616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8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9E7421-96E7-9C16-7696-C99CC869353B}"/>
              </a:ext>
            </a:extLst>
          </p:cNvPr>
          <p:cNvSpPr/>
          <p:nvPr/>
        </p:nvSpPr>
        <p:spPr>
          <a:xfrm>
            <a:off x="5836920" y="365760"/>
            <a:ext cx="6583680" cy="90220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522FAC-FB54-143C-8487-39ADD6DF41E6}"/>
              </a:ext>
            </a:extLst>
          </p:cNvPr>
          <p:cNvSpPr/>
          <p:nvPr/>
        </p:nvSpPr>
        <p:spPr>
          <a:xfrm>
            <a:off x="313215" y="365581"/>
            <a:ext cx="5268073" cy="9022080"/>
          </a:xfrm>
          <a:prstGeom prst="rect">
            <a:avLst/>
          </a:prstGeom>
          <a:noFill/>
          <a:ln>
            <a:solidFill>
              <a:srgbClr val="11367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[</a:t>
            </a:r>
            <a:r>
              <a:rPr lang="ko-KR" altLang="en-US" b="1" dirty="0">
                <a:latin typeface="+mj-ea"/>
                <a:ea typeface="+mj-ea"/>
              </a:rPr>
              <a:t>세부사항</a:t>
            </a:r>
            <a:r>
              <a:rPr lang="en-US" altLang="ko-KR" b="1" dirty="0">
                <a:latin typeface="+mj-ea"/>
                <a:ea typeface="+mj-ea"/>
              </a:rPr>
              <a:t>]</a:t>
            </a:r>
          </a:p>
          <a:p>
            <a:pPr algn="ctr"/>
            <a:endParaRPr lang="en-US" altLang="ko-KR" sz="1200" dirty="0">
              <a:latin typeface="+mj-ea"/>
              <a:ea typeface="+mj-ea"/>
            </a:endParaRPr>
          </a:p>
          <a:p>
            <a:pPr algn="ctr"/>
            <a:br>
              <a:rPr lang="en-US" altLang="ko-KR" sz="1200" dirty="0">
                <a:latin typeface="+mj-ea"/>
                <a:ea typeface="+mj-ea"/>
              </a:rPr>
            </a:br>
            <a:endParaRPr lang="en-US" altLang="ko-KR" sz="1050" dirty="0">
              <a:latin typeface="+mj-ea"/>
              <a:ea typeface="+mj-ea"/>
            </a:endParaRPr>
          </a:p>
          <a:p>
            <a:r>
              <a:rPr lang="en-US" altLang="ko-KR" sz="1050" b="1" dirty="0">
                <a:latin typeface="+mj-ea"/>
                <a:ea typeface="+mj-ea"/>
              </a:rPr>
              <a:t>7. </a:t>
            </a:r>
            <a:r>
              <a:rPr lang="ko-KR" altLang="en-US" sz="1050" b="1" dirty="0">
                <a:latin typeface="+mj-ea"/>
                <a:ea typeface="+mj-ea"/>
              </a:rPr>
              <a:t>표</a:t>
            </a:r>
            <a:r>
              <a:rPr lang="en-US" altLang="ko-KR" sz="1050" b="1" dirty="0">
                <a:latin typeface="+mj-ea"/>
                <a:ea typeface="+mj-ea"/>
              </a:rPr>
              <a:t>(Table 1.)</a:t>
            </a:r>
            <a:r>
              <a:rPr lang="ko-KR" altLang="en-US" sz="1050" b="1" dirty="0">
                <a:latin typeface="+mj-ea"/>
                <a:ea typeface="+mj-ea"/>
              </a:rPr>
              <a:t>와</a:t>
            </a:r>
            <a:r>
              <a:rPr lang="en-US" altLang="ko-KR" sz="1050" b="1" dirty="0">
                <a:latin typeface="+mj-ea"/>
                <a:ea typeface="+mj-ea"/>
              </a:rPr>
              <a:t> </a:t>
            </a:r>
            <a:r>
              <a:rPr lang="ko-KR" altLang="en-US" sz="1050" b="1" dirty="0">
                <a:latin typeface="+mj-ea"/>
                <a:ea typeface="+mj-ea"/>
              </a:rPr>
              <a:t>그림</a:t>
            </a:r>
            <a:r>
              <a:rPr lang="en-US" altLang="ko-KR" sz="1050" b="1" dirty="0">
                <a:latin typeface="+mj-ea"/>
                <a:ea typeface="+mj-ea"/>
              </a:rPr>
              <a:t>(Fig. 1.)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- </a:t>
            </a:r>
            <a:r>
              <a:rPr lang="ko-KR" altLang="en-US" sz="1050" dirty="0">
                <a:latin typeface="+mj-ea"/>
                <a:ea typeface="+mj-ea"/>
              </a:rPr>
              <a:t>글꼴</a:t>
            </a:r>
            <a:r>
              <a:rPr lang="en-US" altLang="ko-KR" sz="1050" dirty="0">
                <a:latin typeface="+mj-ea"/>
                <a:ea typeface="+mj-ea"/>
              </a:rPr>
              <a:t>: Times New Roman, 9pt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-</a:t>
            </a:r>
            <a:r>
              <a:rPr lang="ko-KR" altLang="en-US" sz="1050" dirty="0">
                <a:latin typeface="+mj-ea"/>
                <a:ea typeface="+mj-ea"/>
              </a:rPr>
              <a:t> </a:t>
            </a:r>
            <a:r>
              <a:rPr lang="ko-KR" altLang="en-US" sz="1050" dirty="0" err="1">
                <a:latin typeface="+mj-ea"/>
                <a:ea typeface="+mj-ea"/>
              </a:rPr>
              <a:t>줄간격</a:t>
            </a:r>
            <a:r>
              <a:rPr lang="ko-KR" altLang="en-US" sz="1050" dirty="0">
                <a:latin typeface="+mj-ea"/>
                <a:ea typeface="+mj-ea"/>
              </a:rPr>
              <a:t> </a:t>
            </a:r>
            <a:r>
              <a:rPr lang="en-US" altLang="ko-KR" sz="1050" dirty="0">
                <a:latin typeface="+mj-ea"/>
                <a:ea typeface="+mj-ea"/>
              </a:rPr>
              <a:t>0.9, </a:t>
            </a:r>
            <a:r>
              <a:rPr lang="ko-KR" altLang="en-US" sz="1050" dirty="0" err="1">
                <a:latin typeface="+mj-ea"/>
                <a:ea typeface="+mj-ea"/>
              </a:rPr>
              <a:t>내어쓰기</a:t>
            </a:r>
            <a:r>
              <a:rPr lang="ko-KR" altLang="en-US" sz="1050" dirty="0">
                <a:latin typeface="+mj-ea"/>
                <a:ea typeface="+mj-ea"/>
              </a:rPr>
              <a:t> </a:t>
            </a:r>
            <a:r>
              <a:rPr lang="en-US" altLang="ko-KR" sz="1050" dirty="0">
                <a:latin typeface="+mj-ea"/>
                <a:ea typeface="+mj-ea"/>
              </a:rPr>
              <a:t>3.4 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- </a:t>
            </a:r>
            <a:r>
              <a:rPr lang="ko-KR" altLang="en-US" sz="1050" b="1" dirty="0">
                <a:solidFill>
                  <a:srgbClr val="C00000"/>
                </a:solidFill>
                <a:latin typeface="+mj-ea"/>
                <a:ea typeface="+mj-ea"/>
              </a:rPr>
              <a:t>제목 및 내용 모두 필히 영문으로 작성</a:t>
            </a:r>
            <a:br>
              <a:rPr lang="en-US" altLang="ko-KR" sz="1050" dirty="0">
                <a:solidFill>
                  <a:srgbClr val="C00000"/>
                </a:solidFill>
                <a:latin typeface="+mj-ea"/>
                <a:ea typeface="+mj-ea"/>
              </a:rPr>
            </a:br>
            <a:r>
              <a:rPr lang="en-US" altLang="ko-KR" sz="1050" dirty="0">
                <a:solidFill>
                  <a:srgbClr val="C00000"/>
                </a:solidFill>
                <a:latin typeface="+mj-ea"/>
                <a:ea typeface="+mj-ea"/>
              </a:rPr>
              <a:t>    </a:t>
            </a:r>
            <a:r>
              <a:rPr lang="en-US" altLang="ko-KR" sz="1050" dirty="0">
                <a:latin typeface="+mj-ea"/>
                <a:ea typeface="+mj-ea"/>
              </a:rPr>
              <a:t>-</a:t>
            </a:r>
            <a:r>
              <a:rPr lang="ko-KR" altLang="en-US" sz="1050" dirty="0">
                <a:latin typeface="+mj-ea"/>
                <a:ea typeface="+mj-ea"/>
              </a:rPr>
              <a:t> </a:t>
            </a:r>
            <a:r>
              <a:rPr lang="en-US" altLang="ko-KR" sz="1050" dirty="0">
                <a:latin typeface="+mj-ea"/>
                <a:ea typeface="+mj-ea"/>
              </a:rPr>
              <a:t>table caption </a:t>
            </a:r>
            <a:r>
              <a:rPr lang="ko-KR" altLang="en-US" sz="1050" dirty="0">
                <a:latin typeface="+mj-ea"/>
                <a:ea typeface="+mj-ea"/>
              </a:rPr>
              <a:t>은 </a:t>
            </a:r>
            <a:r>
              <a:rPr lang="en-US" altLang="ko-KR" sz="1050" dirty="0">
                <a:latin typeface="+mj-ea"/>
                <a:ea typeface="+mj-ea"/>
              </a:rPr>
              <a:t>table </a:t>
            </a:r>
            <a:r>
              <a:rPr lang="ko-KR" altLang="en-US" sz="1050" dirty="0">
                <a:latin typeface="+mj-ea"/>
                <a:ea typeface="+mj-ea"/>
              </a:rPr>
              <a:t>위</a:t>
            </a:r>
            <a:r>
              <a:rPr lang="en-US" altLang="ko-KR" sz="1050" dirty="0">
                <a:latin typeface="+mj-ea"/>
                <a:ea typeface="+mj-ea"/>
              </a:rPr>
              <a:t>, Fig. caption</a:t>
            </a:r>
            <a:r>
              <a:rPr lang="ko-KR" altLang="en-US" sz="1050" dirty="0">
                <a:latin typeface="+mj-ea"/>
                <a:ea typeface="+mj-ea"/>
              </a:rPr>
              <a:t>은 그림 아래</a:t>
            </a:r>
            <a:endParaRPr lang="en-US" altLang="ko-KR" sz="1050" dirty="0">
              <a:latin typeface="+mj-ea"/>
              <a:ea typeface="+mj-ea"/>
            </a:endParaRPr>
          </a:p>
          <a:p>
            <a:endParaRPr lang="en-US" altLang="ko-KR" sz="1050" b="1" dirty="0">
              <a:latin typeface="+mj-ea"/>
              <a:ea typeface="+mj-ea"/>
            </a:endParaRPr>
          </a:p>
          <a:p>
            <a:r>
              <a:rPr lang="en-US" altLang="ko-KR" sz="1050" b="1" dirty="0">
                <a:latin typeface="+mj-ea"/>
                <a:ea typeface="+mj-ea"/>
              </a:rPr>
              <a:t>8. </a:t>
            </a:r>
            <a:r>
              <a:rPr lang="ko-KR" altLang="en-US" sz="1050" b="1" dirty="0">
                <a:latin typeface="+mj-ea"/>
                <a:ea typeface="+mj-ea"/>
              </a:rPr>
              <a:t>감사의 글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1)</a:t>
            </a:r>
            <a:r>
              <a:rPr lang="ko-KR" altLang="en-US" sz="1050" dirty="0">
                <a:latin typeface="+mj-ea"/>
                <a:ea typeface="+mj-ea"/>
              </a:rPr>
              <a:t>글꼴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- </a:t>
            </a:r>
            <a:r>
              <a:rPr lang="ko-KR" altLang="en-US" sz="1050" dirty="0">
                <a:latin typeface="+mj-ea"/>
                <a:ea typeface="+mj-ea"/>
              </a:rPr>
              <a:t>국문 </a:t>
            </a:r>
            <a:r>
              <a:rPr lang="en-US" altLang="ko-KR" sz="1050" dirty="0">
                <a:latin typeface="+mj-ea"/>
                <a:ea typeface="+mj-ea"/>
              </a:rPr>
              <a:t>: </a:t>
            </a:r>
            <a:r>
              <a:rPr lang="ko-KR" altLang="en-US" sz="1050" dirty="0">
                <a:latin typeface="+mj-ea"/>
                <a:ea typeface="+mj-ea"/>
              </a:rPr>
              <a:t>돋움체</a:t>
            </a:r>
            <a:r>
              <a:rPr lang="en-US" altLang="ko-KR" sz="1050" dirty="0">
                <a:latin typeface="+mj-ea"/>
                <a:ea typeface="+mj-ea"/>
              </a:rPr>
              <a:t>, 9pt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- </a:t>
            </a:r>
            <a:r>
              <a:rPr lang="ko-KR" altLang="en-US" sz="1050" dirty="0">
                <a:latin typeface="+mj-ea"/>
                <a:ea typeface="+mj-ea"/>
              </a:rPr>
              <a:t>영문</a:t>
            </a:r>
            <a:r>
              <a:rPr lang="en-US" altLang="ko-KR" sz="1050" dirty="0">
                <a:latin typeface="+mj-ea"/>
                <a:ea typeface="+mj-ea"/>
              </a:rPr>
              <a:t>,</a:t>
            </a:r>
            <a:r>
              <a:rPr lang="ko-KR" altLang="en-US" sz="1050" dirty="0">
                <a:latin typeface="+mj-ea"/>
                <a:ea typeface="+mj-ea"/>
              </a:rPr>
              <a:t>숫자 </a:t>
            </a:r>
            <a:r>
              <a:rPr lang="en-US" altLang="ko-KR" sz="1050" dirty="0">
                <a:latin typeface="+mj-ea"/>
                <a:ea typeface="+mj-ea"/>
              </a:rPr>
              <a:t>: Times New Roman, 9pt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- </a:t>
            </a:r>
            <a:r>
              <a:rPr lang="ko-KR" altLang="en-US" sz="1050" dirty="0">
                <a:latin typeface="+mj-ea"/>
                <a:ea typeface="+mj-ea"/>
              </a:rPr>
              <a:t>과제명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연구번호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사업번호 확인 요망</a:t>
            </a:r>
            <a:br>
              <a:rPr lang="en-US" altLang="ko-KR" sz="1050" dirty="0">
                <a:latin typeface="+mj-ea"/>
                <a:ea typeface="+mj-ea"/>
              </a:rPr>
            </a:br>
            <a:endParaRPr lang="en-US" altLang="ko-KR" sz="1050" dirty="0">
              <a:latin typeface="+mj-ea"/>
              <a:ea typeface="+mj-ea"/>
            </a:endParaRPr>
          </a:p>
          <a:p>
            <a:r>
              <a:rPr lang="en-US" altLang="ko-KR" sz="1050" b="1" dirty="0">
                <a:latin typeface="+mj-ea"/>
                <a:ea typeface="+mj-ea"/>
              </a:rPr>
              <a:t>9. </a:t>
            </a:r>
            <a:r>
              <a:rPr lang="ko-KR" altLang="en-US" sz="1050" b="1" dirty="0">
                <a:latin typeface="+mj-ea"/>
                <a:ea typeface="+mj-ea"/>
              </a:rPr>
              <a:t>참고문헌 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1)</a:t>
            </a:r>
            <a:r>
              <a:rPr lang="ko-KR" altLang="en-US" sz="1050" dirty="0">
                <a:latin typeface="+mj-ea"/>
                <a:ea typeface="+mj-ea"/>
              </a:rPr>
              <a:t>글꼴</a:t>
            </a:r>
            <a:r>
              <a:rPr lang="en-US" altLang="ko-KR" sz="1050" dirty="0">
                <a:latin typeface="+mj-ea"/>
                <a:ea typeface="+mj-ea"/>
              </a:rPr>
              <a:t> : Times New Roman, 9pt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- </a:t>
            </a:r>
            <a:r>
              <a:rPr lang="ko-KR" altLang="en-US" sz="1050" dirty="0">
                <a:latin typeface="+mj-ea"/>
                <a:ea typeface="+mj-ea"/>
              </a:rPr>
              <a:t>영문으로 작성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- </a:t>
            </a:r>
            <a:r>
              <a:rPr lang="en-US" altLang="ko-KR" sz="1050" b="1" dirty="0">
                <a:solidFill>
                  <a:srgbClr val="C00000"/>
                </a:solidFill>
                <a:latin typeface="+mj-ea"/>
                <a:ea typeface="+mj-ea"/>
              </a:rPr>
              <a:t>DOI </a:t>
            </a:r>
            <a:r>
              <a:rPr lang="ko-KR" altLang="en-US" sz="1050" b="1" dirty="0">
                <a:solidFill>
                  <a:srgbClr val="C00000"/>
                </a:solidFill>
                <a:latin typeface="+mj-ea"/>
                <a:ea typeface="+mj-ea"/>
              </a:rPr>
              <a:t>및 도메인 주소</a:t>
            </a:r>
            <a:r>
              <a:rPr lang="en-US" altLang="ko-KR" sz="1050" b="1" dirty="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ko-KR" altLang="en-US" sz="1050" b="1" dirty="0">
                <a:solidFill>
                  <a:srgbClr val="C00000"/>
                </a:solidFill>
                <a:latin typeface="+mj-ea"/>
                <a:ea typeface="+mj-ea"/>
              </a:rPr>
              <a:t>포함하여 작성 </a:t>
            </a:r>
            <a:endParaRPr lang="en-US" altLang="ko-KR" sz="1050" b="1" dirty="0">
              <a:solidFill>
                <a:srgbClr val="C00000"/>
              </a:solidFill>
              <a:latin typeface="+mj-ea"/>
              <a:ea typeface="+mj-ea"/>
            </a:endParaRPr>
          </a:p>
          <a:p>
            <a:r>
              <a:rPr lang="en-US" altLang="ko-KR" sz="1050" dirty="0">
                <a:latin typeface="+mj-ea"/>
                <a:ea typeface="+mj-ea"/>
              </a:rPr>
              <a:t> 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2)</a:t>
            </a:r>
            <a:r>
              <a:rPr lang="ko-KR" altLang="en-US" sz="1050" dirty="0">
                <a:latin typeface="+mj-ea"/>
                <a:ea typeface="+mj-ea"/>
              </a:rPr>
              <a:t>참고문헌 표기는 다음의 방식을 따름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* </a:t>
            </a:r>
            <a:r>
              <a:rPr lang="ko-KR" altLang="en-US" sz="1050" b="1" dirty="0">
                <a:latin typeface="+mj-ea"/>
                <a:ea typeface="+mj-ea"/>
              </a:rPr>
              <a:t>참고문헌에서 영어로 표기된 논문집명과</a:t>
            </a:r>
            <a:r>
              <a:rPr lang="en-US" altLang="ko-KR" sz="1050" b="1" dirty="0">
                <a:latin typeface="+mj-ea"/>
                <a:ea typeface="+mj-ea"/>
              </a:rPr>
              <a:t> </a:t>
            </a:r>
            <a:r>
              <a:rPr lang="ko-KR" altLang="en-US" sz="1050" b="1" dirty="0">
                <a:latin typeface="+mj-ea"/>
                <a:ea typeface="+mj-ea"/>
              </a:rPr>
              <a:t>단행본명은</a:t>
            </a:r>
            <a:r>
              <a:rPr lang="en-US" altLang="ko-KR" sz="1050" b="1" dirty="0">
                <a:latin typeface="+mj-ea"/>
                <a:ea typeface="+mj-ea"/>
              </a:rPr>
              <a:t> Italic</a:t>
            </a:r>
            <a:r>
              <a:rPr lang="ko-KR" altLang="en-US" sz="1050" b="1" dirty="0">
                <a:latin typeface="+mj-ea"/>
                <a:ea typeface="+mj-ea"/>
              </a:rPr>
              <a:t>체로 기입</a:t>
            </a:r>
            <a:br>
              <a:rPr lang="en-US" altLang="ko-KR" sz="1050" b="1" dirty="0">
                <a:latin typeface="+mj-ea"/>
                <a:ea typeface="+mj-ea"/>
              </a:rPr>
            </a:b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</a:t>
            </a:r>
            <a:r>
              <a:rPr lang="ko-KR" altLang="en-US" sz="1050" dirty="0">
                <a:latin typeface="+mj-ea"/>
                <a:ea typeface="+mj-ea"/>
              </a:rPr>
              <a:t>■정기간행물</a:t>
            </a:r>
            <a:r>
              <a:rPr lang="en-US" altLang="ko-KR" sz="1050" dirty="0">
                <a:latin typeface="+mj-ea"/>
                <a:ea typeface="+mj-ea"/>
              </a:rPr>
              <a:t>(</a:t>
            </a:r>
            <a:r>
              <a:rPr lang="ko-KR" altLang="en-US" sz="1050" dirty="0">
                <a:latin typeface="+mj-ea"/>
                <a:ea typeface="+mj-ea"/>
              </a:rPr>
              <a:t>저널</a:t>
            </a:r>
            <a:r>
              <a:rPr lang="en-US" altLang="ko-KR" sz="1050" dirty="0">
                <a:latin typeface="+mj-ea"/>
                <a:ea typeface="+mj-ea"/>
              </a:rPr>
              <a:t>)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    -&gt; </a:t>
            </a:r>
            <a:r>
              <a:rPr lang="ko-KR" altLang="en-US" sz="1050" dirty="0">
                <a:latin typeface="+mj-ea"/>
                <a:ea typeface="+mj-ea"/>
              </a:rPr>
              <a:t>저자명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 err="1">
                <a:latin typeface="+mj-ea"/>
                <a:ea typeface="+mj-ea"/>
              </a:rPr>
              <a:t>발행년도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제목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간행물명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권</a:t>
            </a:r>
            <a:r>
              <a:rPr lang="en-US" altLang="ko-KR" sz="1050" dirty="0">
                <a:latin typeface="+mj-ea"/>
                <a:ea typeface="+mj-ea"/>
              </a:rPr>
              <a:t>(</a:t>
            </a:r>
            <a:r>
              <a:rPr lang="ko-KR" altLang="en-US" sz="1050" dirty="0">
                <a:latin typeface="+mj-ea"/>
                <a:ea typeface="+mj-ea"/>
              </a:rPr>
              <a:t>호</a:t>
            </a:r>
            <a:r>
              <a:rPr lang="en-US" altLang="ko-KR" sz="1050" dirty="0">
                <a:latin typeface="+mj-ea"/>
                <a:ea typeface="+mj-ea"/>
              </a:rPr>
              <a:t>), </a:t>
            </a:r>
            <a:r>
              <a:rPr lang="ko-KR" altLang="en-US" sz="1050" dirty="0">
                <a:latin typeface="+mj-ea"/>
                <a:ea typeface="+mj-ea"/>
              </a:rPr>
              <a:t>페이지</a:t>
            </a:r>
            <a:r>
              <a:rPr lang="en-US" altLang="ko-KR" sz="1050" dirty="0">
                <a:latin typeface="+mj-ea"/>
                <a:ea typeface="+mj-ea"/>
              </a:rPr>
              <a:t>, DOI</a:t>
            </a:r>
            <a:br>
              <a:rPr lang="en-US" altLang="ko-KR" sz="1050" dirty="0">
                <a:latin typeface="+mj-ea"/>
                <a:ea typeface="+mj-ea"/>
              </a:rPr>
            </a:b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</a:t>
            </a:r>
            <a:r>
              <a:rPr lang="ko-KR" altLang="en-US" sz="1050" dirty="0">
                <a:latin typeface="+mj-ea"/>
                <a:ea typeface="+mj-ea"/>
              </a:rPr>
              <a:t>■ 단행본</a:t>
            </a:r>
            <a:r>
              <a:rPr lang="en-US" altLang="ko-KR" sz="1050" dirty="0">
                <a:latin typeface="+mj-ea"/>
                <a:ea typeface="+mj-ea"/>
              </a:rPr>
              <a:t>(</a:t>
            </a:r>
            <a:r>
              <a:rPr lang="ko-KR" altLang="en-US" sz="1050" dirty="0">
                <a:latin typeface="+mj-ea"/>
                <a:ea typeface="+mj-ea"/>
              </a:rPr>
              <a:t>책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 err="1">
                <a:latin typeface="+mj-ea"/>
                <a:ea typeface="+mj-ea"/>
              </a:rPr>
              <a:t>프로시딩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졸업논문</a:t>
            </a:r>
            <a:r>
              <a:rPr lang="en-US" altLang="ko-KR" sz="1050" dirty="0">
                <a:latin typeface="+mj-ea"/>
                <a:ea typeface="+mj-ea"/>
              </a:rPr>
              <a:t>)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    -&gt; </a:t>
            </a:r>
            <a:r>
              <a:rPr lang="ko-KR" altLang="en-US" sz="1050" dirty="0">
                <a:latin typeface="+mj-ea"/>
                <a:ea typeface="+mj-ea"/>
              </a:rPr>
              <a:t>저자명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 err="1">
                <a:latin typeface="+mj-ea"/>
                <a:ea typeface="+mj-ea"/>
              </a:rPr>
              <a:t>발행년도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도서명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출판사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소재지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페이지</a:t>
            </a:r>
            <a:r>
              <a:rPr lang="en-US" altLang="ko-KR" sz="1050" dirty="0">
                <a:latin typeface="+mj-ea"/>
                <a:ea typeface="+mj-ea"/>
              </a:rPr>
              <a:t>, DOI</a:t>
            </a:r>
            <a:br>
              <a:rPr lang="en-US" altLang="ko-KR" sz="1050" dirty="0">
                <a:latin typeface="+mj-ea"/>
                <a:ea typeface="+mj-ea"/>
              </a:rPr>
            </a:b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</a:t>
            </a:r>
            <a:r>
              <a:rPr lang="ko-KR" altLang="en-US" sz="1050" dirty="0">
                <a:latin typeface="+mj-ea"/>
                <a:ea typeface="+mj-ea"/>
              </a:rPr>
              <a:t>■ 특허 </a:t>
            </a:r>
            <a:r>
              <a:rPr lang="ko-KR" altLang="en-US" sz="1050" dirty="0" err="1">
                <a:latin typeface="+mj-ea"/>
                <a:ea typeface="+mj-ea"/>
              </a:rPr>
              <a:t>인용시</a:t>
            </a:r>
            <a:r>
              <a:rPr lang="ko-KR" altLang="en-US" sz="1050" dirty="0">
                <a:latin typeface="+mj-ea"/>
                <a:ea typeface="+mj-ea"/>
              </a:rPr>
              <a:t> 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    -&gt;</a:t>
            </a:r>
            <a:r>
              <a:rPr lang="ko-KR" altLang="en-US" sz="1050" dirty="0">
                <a:latin typeface="+mj-ea"/>
                <a:ea typeface="+mj-ea"/>
              </a:rPr>
              <a:t>발명인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 err="1">
                <a:latin typeface="+mj-ea"/>
                <a:ea typeface="+mj-ea"/>
              </a:rPr>
              <a:t>특허명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출원인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특허 </a:t>
            </a:r>
            <a:r>
              <a:rPr lang="en-US" altLang="ko-KR" sz="1050" dirty="0">
                <a:latin typeface="+mj-ea"/>
                <a:ea typeface="+mj-ea"/>
              </a:rPr>
              <a:t>No. #</a:t>
            </a:r>
            <a:br>
              <a:rPr lang="en-US" altLang="ko-KR" sz="1050" dirty="0">
                <a:latin typeface="+mj-ea"/>
                <a:ea typeface="+mj-ea"/>
              </a:rPr>
            </a:b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</a:t>
            </a:r>
            <a:r>
              <a:rPr lang="ko-KR" altLang="en-US" sz="1050" dirty="0">
                <a:latin typeface="+mj-ea"/>
                <a:ea typeface="+mj-ea"/>
              </a:rPr>
              <a:t>■ 홈페이지 </a:t>
            </a:r>
            <a:r>
              <a:rPr lang="ko-KR" altLang="en-US" sz="1050" dirty="0" err="1">
                <a:latin typeface="+mj-ea"/>
                <a:ea typeface="+mj-ea"/>
              </a:rPr>
              <a:t>인용시</a:t>
            </a:r>
            <a:br>
              <a:rPr lang="en-US" altLang="ko-KR" sz="1050" dirty="0">
                <a:latin typeface="+mj-ea"/>
                <a:ea typeface="+mj-ea"/>
              </a:rPr>
            </a:br>
            <a:r>
              <a:rPr lang="en-US" altLang="ko-KR" sz="1050" dirty="0">
                <a:latin typeface="+mj-ea"/>
                <a:ea typeface="+mj-ea"/>
              </a:rPr>
              <a:t>           -&gt; 000manual, </a:t>
            </a:r>
            <a:r>
              <a:rPr lang="ko-KR" altLang="en-US" sz="1050" dirty="0">
                <a:latin typeface="+mj-ea"/>
                <a:ea typeface="+mj-ea"/>
              </a:rPr>
              <a:t>도메인주소</a:t>
            </a:r>
            <a:r>
              <a:rPr lang="en-US" altLang="ko-KR" sz="1050" dirty="0">
                <a:latin typeface="+mj-ea"/>
                <a:ea typeface="+mj-ea"/>
              </a:rPr>
              <a:t>(</a:t>
            </a:r>
            <a:r>
              <a:rPr lang="en-US" altLang="ko-KR" sz="1050" dirty="0">
                <a:latin typeface="+mj-ea"/>
                <a:ea typeface="+mj-ea"/>
                <a:hlinkClick r:id="rId3"/>
              </a:rPr>
              <a:t>http://www.ooo.ooo</a:t>
            </a:r>
            <a:r>
              <a:rPr lang="en-US" altLang="ko-KR" sz="1050" dirty="0">
                <a:latin typeface="+mj-ea"/>
                <a:ea typeface="+mj-ea"/>
              </a:rPr>
              <a:t>) </a:t>
            </a:r>
          </a:p>
          <a:p>
            <a:pPr marL="342900" indent="-342900">
              <a:buFontTx/>
              <a:buAutoNum type="arabicPeriod" startAt="7"/>
            </a:pPr>
            <a:endParaRPr lang="en-US" altLang="ko-KR" sz="1200" dirty="0">
              <a:latin typeface="+mj-ea"/>
              <a:ea typeface="+mj-ea"/>
            </a:endParaRPr>
          </a:p>
          <a:p>
            <a:pPr marL="342900" indent="-342900">
              <a:buFontTx/>
              <a:buAutoNum type="arabicPeriod" startAt="7"/>
            </a:pPr>
            <a:endParaRPr lang="ko-KR" altLang="en-US" sz="12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6331462-428C-D10D-FDF8-85E01DA6CAD4}"/>
              </a:ext>
            </a:extLst>
          </p:cNvPr>
          <p:cNvSpPr/>
          <p:nvPr/>
        </p:nvSpPr>
        <p:spPr>
          <a:xfrm>
            <a:off x="12031832" y="705345"/>
            <a:ext cx="251973" cy="25616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9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932B7B-88C0-677F-99F6-F064774FAB4A}"/>
              </a:ext>
            </a:extLst>
          </p:cNvPr>
          <p:cNvSpPr/>
          <p:nvPr/>
        </p:nvSpPr>
        <p:spPr>
          <a:xfrm>
            <a:off x="6052064" y="738908"/>
            <a:ext cx="3001032" cy="3363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596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19D8146-BF39-1FC5-A04E-D21B18457D91}"/>
              </a:ext>
            </a:extLst>
          </p:cNvPr>
          <p:cNvSpPr/>
          <p:nvPr/>
        </p:nvSpPr>
        <p:spPr>
          <a:xfrm>
            <a:off x="5864687" y="793912"/>
            <a:ext cx="251973" cy="25616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128" b="1" dirty="0">
                <a:solidFill>
                  <a:srgbClr val="FF0000"/>
                </a:solidFill>
              </a:rPr>
              <a:t>7</a:t>
            </a:r>
            <a:endParaRPr lang="ko-KR" altLang="en-US" sz="2128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40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</TotalTime>
  <Words>595</Words>
  <Application>Microsoft Office PowerPoint</Application>
  <PresentationFormat>A3 용지(297x420mm)</PresentationFormat>
  <Paragraphs>33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테마</vt:lpstr>
      <vt:lpstr>2026 하계학술대회  - 논문 Paper 작성방법 -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KCDE</dc:creator>
  <cp:lastModifiedBy>KCDE</cp:lastModifiedBy>
  <cp:revision>28</cp:revision>
  <dcterms:created xsi:type="dcterms:W3CDTF">2022-05-27T05:46:33Z</dcterms:created>
  <dcterms:modified xsi:type="dcterms:W3CDTF">2026-04-13T01:47:23Z</dcterms:modified>
</cp:coreProperties>
</file>